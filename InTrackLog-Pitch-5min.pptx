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2D9F6F">
              <a:alpha val="20000"/>
            </a:srgbClr>
          </a:solidFill>
          <a:ln w="12700">
            <a:solidFill>
              <a:srgbClr val="2D9F6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E07A3A">
              <a:alpha val="15000"/>
            </a:srgbClr>
          </a:solidFill>
          <a:ln w="12700">
            <a:solidFill>
              <a:srgbClr val="E07A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8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</a:t>
            </a:r>
            <a:pPr indent="0" marL="0">
              <a:buNone/>
            </a:pPr>
            <a:r>
              <a:rPr lang="en-US" sz="3200" b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</a:t>
            </a:r>
            <a:pPr indent="0" marL="0">
              <a:buNone/>
            </a:pPr>
            <a:r>
              <a:rPr lang="en-US" sz="3200" i="1" dirty="0">
                <a:solidFill>
                  <a:srgbClr val="E0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SOUTH AFRICAN DRIVERS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 forward.
</a:t>
            </a:r>
            <a:pPr algn="ctr" indent="0" marL="0">
              <a:buNone/>
            </a:pPr>
            <a:r>
              <a:rPr lang="en-US" sz="96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smart.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371600" y="52120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logging. Expense tracking. SARS reports.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app, in your pocket.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Drivers still use paper.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logbooks. Spreadsheet panic at year-end. Apps built for the US, not South Africa. Lost reimbursements.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0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4.64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 reimbursement per kilometre — money left on the table without proper records.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548640"/>
            <a:ext cx="18288" cy="5760720"/>
          </a:xfrm>
          <a:prstGeom prst="rect">
            <a:avLst/>
          </a:prstGeom>
          <a:solidFill>
            <a:srgbClr val="E2E1DA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logbook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itself.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Tap once. Drive. The GPS captures everything.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Auto-detects start and end addresses.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Reports come ready for SARS or your employer.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617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in ZAR, paid via PayFast.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5120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POPIA-compliant. Your data stays yours.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taps from
</a:t>
            </a:r>
            <a:pPr indent="0" marL="0">
              <a:buNone/>
            </a:pPr>
            <a:r>
              <a:rPr lang="en-US" sz="44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kilometres</a:t>
            </a:r>
            <a:pPr indent="0" marL="0">
              <a:buNone/>
            </a:pPr>
            <a:r>
              <a:rPr lang="en-US" sz="4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 </a:t>
            </a:r>
            <a:pPr indent="0" marL="0">
              <a:buNone/>
            </a:pPr>
            <a:r>
              <a:rPr lang="en-US" sz="44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reimbursement</a:t>
            </a:r>
            <a:pPr indent="0" marL="0">
              <a:buNone/>
            </a:pPr>
            <a:r>
              <a:rPr lang="en-US" sz="4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822960" cy="822960"/>
          </a:xfrm>
          <a:prstGeom prst="ellipse">
            <a:avLst/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"Start a trip" before driving. GPS records distance, route, and locations automatically. Or log manually after the fact.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017520"/>
            <a:ext cx="822960" cy="822960"/>
          </a:xfrm>
          <a:prstGeom prst="ellipse">
            <a:avLst/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45262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fuel, service, tyres, or toll expenses with photos of receipts. Everything stays organised by vehicle and date.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657600" cy="3474720"/>
          </a:xfrm>
          <a:prstGeom prst="roundRect">
            <a:avLst>
              <a:gd name="adj" fmla="val 3947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3017520"/>
            <a:ext cx="822960" cy="822960"/>
          </a:xfrm>
          <a:prstGeom prst="ellipse">
            <a:avLst/>
          </a:prstGeom>
          <a:solidFill>
            <a:srgbClr val="2D9F6F"/>
          </a:solidFill>
          <a:ln w="12700">
            <a:solidFill>
              <a:srgbClr val="2D9F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30175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0392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45262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SARS-ready PDF (or CSV for your accountant) in two taps. Includes your employee number and signed totals.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for the way </a:t>
            </a:r>
            <a:pPr indent="0" marL="0">
              <a:buNone/>
            </a:pPr>
            <a:r>
              <a:rPr lang="en-US" sz="44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 actually drive</a:t>
            </a:r>
            <a:pPr indent="0" marL="0">
              <a:buNone/>
            </a:pPr>
            <a:r>
              <a:rPr lang="en-US" sz="4400" dirty="0">
                <a:solidFill>
                  <a:srgbClr val="1A1A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Trips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Auto-tracked routes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48056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Multi-vehicle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unlimited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0664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logs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receipt photos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0" y="274320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33272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SARS-ready, branded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63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5448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colleagues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44805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663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48056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POPIA-safe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8056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never sold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4805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663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40664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rates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0664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 or your own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326880" y="448056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1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4663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033272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332720" y="5166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to start.
</a:t>
            </a:r>
            <a:pPr indent="0" marL="0">
              <a:buNone/>
            </a:pPr>
            <a:r>
              <a:rPr lang="en-US" sz="4400" i="1" dirty="0">
                <a:solidFill>
                  <a:srgbClr val="2D9F6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99/month</a:t>
            </a:r>
            <a:pPr indent="0" marL="0">
              <a:buNone/>
            </a:pPr>
            <a:r>
              <a:rPr lang="en-US" sz="44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the typical user.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ZAR. Billed monthly via PayFast. Cancel anytime.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vehicles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logging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347472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Starter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5760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vehicles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5760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GPS tracking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29184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2D9F6F"/>
          </a:solidFill>
          <a:ln w="25400">
            <a:solidFill>
              <a:srgbClr val="2D9F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10896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07A3A"/>
          </a:solidFill>
          <a:ln w="12700">
            <a:solidFill>
              <a:srgbClr val="E07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108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4069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83680" y="4617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5120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vehicles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5577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0" y="347472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1A1A22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509760" y="4251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9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249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50976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0" y="5303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0" y="5760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FE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API access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7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Let's get you
</a:t>
            </a:r>
            <a:pPr algn="ctr" indent="0" marL="0">
              <a:buNone/>
            </a:pPr>
            <a:r>
              <a:rPr lang="en-US" sz="10000" i="1" dirty="0">
                <a:solidFill>
                  <a:srgbClr val="0A0A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track</a:t>
            </a:r>
            <a:pPr algn="ctr" indent="0" marL="0">
              <a:buNone/>
            </a:pPr>
            <a:r>
              <a:rPr lang="en-US" sz="10000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free plan today. No card needed.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297680" y="4937760"/>
            <a:ext cx="3657600" cy="731520"/>
          </a:xfrm>
          <a:prstGeom prst="roundRect">
            <a:avLst>
              <a:gd name="adj" fmla="val 50000"/>
            </a:avLst>
          </a:prstGeom>
          <a:solidFill>
            <a:srgbClr val="0A0A0C"/>
          </a:solidFill>
          <a:ln w="12700">
            <a:solidFill>
              <a:srgbClr val="0A0A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intracklog.com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EFE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support@intracklog.com  ·  privacy@intracklog.com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</a:t>
            </a:r>
            <a:pPr algn="ctr" indent="0" marL="0">
              <a:buNone/>
            </a:pPr>
            <a:r>
              <a:rPr lang="en-US" sz="2200" b="1" dirty="0">
                <a:solidFill>
                  <a:srgbClr val="F0EF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</a:t>
            </a:r>
            <a:pPr algn="ctr" indent="0" marL="0">
              <a:buNone/>
            </a:pPr>
            <a:r>
              <a:rPr lang="en-US" sz="2200" i="1" dirty="0">
                <a:solidFill>
                  <a:srgbClr val="0A0A0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InTrackLog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InTrackLog · 5-Minute Pitch</dc:title>
  <dc:subject>PptxGenJS Presentation</dc:subject>
  <dc:creator>InTrackLog (Pty) Ltd</dc:creator>
  <cp:lastModifiedBy>InTrackLog (Pty) Ltd</cp:lastModifiedBy>
  <cp:revision>1</cp:revision>
  <dcterms:created xsi:type="dcterms:W3CDTF">2026-05-02T22:27:16Z</dcterms:created>
  <dcterms:modified xsi:type="dcterms:W3CDTF">2026-05-02T22:27:16Z</dcterms:modified>
</cp:coreProperties>
</file>