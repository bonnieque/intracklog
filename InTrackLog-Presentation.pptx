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46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D9F6F">
              <a:alpha val="20000"/>
            </a:srgbClr>
          </a:solidFill>
          <a:ln w="12700">
            <a:solidFill>
              <a:srgbClr val="2D9F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E07A3A">
              <a:alpha val="15000"/>
            </a:srgbClr>
          </a:solidFill>
          <a:ln w="12700">
            <a:solidFill>
              <a:srgbClr val="E07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A8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</a:t>
            </a:r>
            <a:r>
              <a:rPr lang="en-US" sz="32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</a:t>
            </a:r>
            <a:r>
              <a:rPr lang="en-US" sz="3200" i="1" dirty="0">
                <a:solidFill>
                  <a:srgbClr val="E0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MILEAGE TRACKING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9418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 forward.
</a:t>
            </a:r>
            <a:r>
              <a:rPr lang="en-US" sz="80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smart.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286000" y="5120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mobile-first vehicle log designed for SARS reporting, employer reimbursement, and team fleet management.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630936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0EFE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intracklog.com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Mileage logs are still done</a:t>
            </a: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</a:t>
            </a:r>
            <a:endParaRPr lang="en-US" sz="4400" dirty="0"/>
          </a:p>
          <a:p>
            <a:pPr marL="0" indent="0">
              <a:buNone/>
            </a:pPr>
            <a:r>
              <a:rPr lang="en-US" sz="4400" i="1" dirty="0">
                <a:solidFill>
                  <a:srgbClr val="E0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paper, spreadsheets, or memory</a:t>
            </a:r>
            <a:r>
              <a:rPr lang="en-US" sz="4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South Africans claim travel allowances and reimbursement that depend on accurate mileage records — but most still rely 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Paper logbooks lost in glove boxes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Spreadsheets filled in months later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Approximate guesses at year-end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Apps designed for the US, not 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486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Lost reimbursements from missed trips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412480" y="1371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million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1248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ON SA ROADS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4.64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1248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 RATE PER KILOMETRE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41148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5B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years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41248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 RETENTION REQUIRED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logbook that
</a:t>
            </a:r>
            <a:r>
              <a:rPr lang="en-US" sz="64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itself.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InTrackLog is a mobile-first vehicle tracker built for South African drivers. GPS captures the trip, the app calculates the rest, and reports come ready for SARS or your employer.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EF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TRIP TRACKING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448056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480560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480560" y="5760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EF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SARS-READY REPORTS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448056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229600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ZAR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229600" y="5760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EF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PAYMENTS · PAYFAST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Everything you need to</a:t>
            </a:r>
            <a:endParaRPr lang="en-US" sz="4800" dirty="0"/>
          </a:p>
          <a:p>
            <a:pPr marL="0" indent="0">
              <a:buNone/>
            </a:pPr>
            <a:r>
              <a:rPr lang="en-US" sz="48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stay </a:t>
            </a:r>
            <a:endParaRPr lang="en-US" sz="4800" dirty="0"/>
          </a:p>
          <a:p>
            <a:pPr marL="0" indent="0">
              <a:buNone/>
            </a:pPr>
            <a:r>
              <a:rPr lang="en-US" sz="48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track</a:t>
            </a:r>
            <a:r>
              <a:rPr lang="en-US" sz="48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7724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Trip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start. Records distance, route, time, and start/end locations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61772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multiple vehicles. Each with its own odometer, registration, and trip history.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845820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84582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Logging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3840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service, tyres, tolls. Attach receipts. Keep everything in one searchable place.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77240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5532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SARS-Ready Reports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852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export to PDF, CSV, or full data backup. Includes employee number for reimbursement.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47548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4617720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61772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17720" y="5532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Workplaces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5852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workplace settings with colleagues. Pro and Business plans include team management.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47548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8458200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845820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58200" y="5532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POPIA-Compliant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5852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storage, row-level security, never sold. Your data stays yours.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</a:t>
            </a:r>
            <a:r>
              <a:rPr lang="en-US" sz="56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buttons to your full fleet.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home screen with live stats, your current vehicle, recent trips, and instant access to every key feature.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2011680" cy="2011680"/>
          </a:xfrm>
          <a:prstGeom prst="roundRect">
            <a:avLst>
              <a:gd name="adj" fmla="val 9091"/>
            </a:avLst>
          </a:prstGeom>
          <a:solidFill>
            <a:srgbClr val="1A1A22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3840480"/>
            <a:ext cx="2011680" cy="2011680"/>
          </a:xfrm>
          <a:prstGeom prst="roundRect">
            <a:avLst>
              <a:gd name="adj" fmla="val 9091"/>
            </a:avLst>
          </a:prstGeom>
          <a:solidFill>
            <a:srgbClr val="1A1A22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83464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83464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3840480"/>
            <a:ext cx="2011680" cy="2011680"/>
          </a:xfrm>
          <a:prstGeom prst="roundRect">
            <a:avLst>
              <a:gd name="adj" fmla="val 9091"/>
            </a:avLst>
          </a:prstGeom>
          <a:solidFill>
            <a:srgbClr val="1A1A22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12064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3840480"/>
            <a:ext cx="2011680" cy="2011680"/>
          </a:xfrm>
          <a:prstGeom prst="roundRect">
            <a:avLst>
              <a:gd name="adj" fmla="val 9091"/>
            </a:avLst>
          </a:prstGeom>
          <a:solidFill>
            <a:srgbClr val="1A1A22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740664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40664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3840480"/>
            <a:ext cx="2011680" cy="2011680"/>
          </a:xfrm>
          <a:prstGeom prst="roundRect">
            <a:avLst>
              <a:gd name="adj" fmla="val 9091"/>
            </a:avLst>
          </a:prstGeom>
          <a:solidFill>
            <a:srgbClr val="1A1A22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969264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692640" y="5212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9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TRACKING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Tap once.</a:t>
            </a:r>
            <a:endParaRPr lang="en-US" sz="6000" dirty="0"/>
          </a:p>
          <a:p>
            <a:pPr marL="0" indent="0">
              <a:buNone/>
            </a:pPr>
            <a:r>
              <a:rPr lang="en-US" sz="6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Drive. </a:t>
            </a:r>
            <a:endParaRPr lang="en-US" sz="6000" dirty="0"/>
          </a:p>
          <a:p>
            <a:pPr marL="0" indent="0">
              <a:buNone/>
            </a:pPr>
            <a:r>
              <a:rPr lang="en-US" sz="6000" i="1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F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InTrackLog uses your phone's GPS to record every kilometre — automatically calculating distance, capturing the route, and reverse-geocoding the start and end addresses.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fuss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37744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F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to start, one-tap to stop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0" y="5303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F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start &amp; end addresses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5852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F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tracks when you start a trip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0A0A0C">
              <a:alpha val="75000"/>
            </a:srgbClr>
          </a:solidFill>
          <a:ln w="12700">
            <a:solidFill>
              <a:srgbClr val="F0EF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412480" y="15544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841248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FE8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recorded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0" y="4206240"/>
            <a:ext cx="182880" cy="182880"/>
          </a:xfrm>
          <a:prstGeom prst="ellipse">
            <a:avLst/>
          </a:prstGeom>
          <a:solidFill>
            <a:srgbClr val="F0EFE8">
              <a:alpha val="0"/>
            </a:srgbClr>
          </a:solidFill>
          <a:ln w="25400">
            <a:solidFill>
              <a:srgbClr val="F0EFE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0068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Sandton, Johannesburg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4434840"/>
            <a:ext cx="27432" cy="457200"/>
          </a:xfrm>
          <a:prstGeom prst="rect">
            <a:avLst/>
          </a:prstGeom>
          <a:solidFill>
            <a:srgbClr val="F0EFE8">
              <a:alpha val="50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8686800" y="4937760"/>
            <a:ext cx="182880" cy="182880"/>
          </a:xfrm>
          <a:prstGeom prst="ellipse">
            <a:avLst/>
          </a:prstGeom>
          <a:solidFill>
            <a:srgbClr val="F0EFE8"/>
          </a:solidFill>
          <a:ln w="12700">
            <a:solidFill>
              <a:srgbClr val="F0EFE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90068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Pretoria CBD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SARS-READY REPORTS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 built for
</a:t>
            </a:r>
            <a:r>
              <a:rPr lang="en-US" sz="50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submission</a:t>
            </a:r>
            <a:r>
              <a:rPr lang="en-US" sz="50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not editing.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trips, expenses, and reimbursements compiled into a clean PDF — or exported to Excel — in two taps. Includes employee number, mileage rate, and signed totals.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SARS &amp; Employers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printable, with header (driver, employee no., period), summary, full trip log, and signed totals.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39319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66344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Spreadsheets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5349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Excel-compatible. Open in Sheets or hand to your accountant for further analysis.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39319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50392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5B7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0392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Export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5349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POPIA right to data portability. Vehicles, trips, locations, teams, settings — all in one file.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FLEET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Bring your </a:t>
            </a:r>
            <a:r>
              <a:rPr lang="en-US" sz="44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fleet</a:t>
            </a:r>
            <a:r>
              <a:rPr lang="en-US" sz="4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into one place.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and Business plans unlock Teams — share a workplace, set custom mileage rates, invite drivers via email, and view their trips to the shared destination.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5669280" cy="3108960"/>
          </a:xfrm>
          <a:prstGeom prst="roundRect">
            <a:avLst>
              <a:gd name="adj" fmla="val 4412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0EFE8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· 5 MEMBERS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Thabo Molefe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4343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km this 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42062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80060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Naledi Khumalo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5120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 km this month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4983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800600" y="4983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5669280"/>
            <a:ext cx="502920" cy="502920"/>
          </a:xfrm>
          <a:prstGeom prst="ellipse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777240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623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Sipho Ndlovu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897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km this month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5760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800600" y="5760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Workplace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124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address used by all members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3977640"/>
            <a:ext cx="5486400" cy="9144"/>
          </a:xfrm>
          <a:prstGeom prst="rect">
            <a:avLst/>
          </a:prstGeom>
          <a:solidFill>
            <a:srgbClr val="F0EFE8">
              <a:alpha val="10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58368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1248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SARS, custom, or none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4754880"/>
            <a:ext cx="5486400" cy="9144"/>
          </a:xfrm>
          <a:prstGeom prst="rect">
            <a:avLst/>
          </a:prstGeom>
          <a:solidFill>
            <a:srgbClr val="F0EFE8">
              <a:alpha val="10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583680" y="5029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Invites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41248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 to bring members on board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5532120"/>
            <a:ext cx="5486400" cy="9144"/>
          </a:xfrm>
          <a:prstGeom prst="rect">
            <a:avLst/>
          </a:prstGeom>
          <a:solidFill>
            <a:srgbClr val="F0EFE8">
              <a:alpha val="10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6583680" y="5806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4124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Member permissions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free.</a:t>
            </a:r>
            <a:endParaRPr lang="en-US" sz="5000" dirty="0"/>
          </a:p>
          <a:p>
            <a:pPr marL="0" indent="0">
              <a:buNone/>
            </a:pPr>
            <a:r>
              <a:rPr lang="en-US" sz="50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when you need to.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ZAR. Billed monthly via PayFast. Cancel anytime.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vehicles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Manual logging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reports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30-day history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20040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vehicles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tracking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Expense tracking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history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5852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01752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6858000" y="28803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8580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8368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8368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vehicles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tracking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5120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Teams (5 members)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rates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reports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5943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26880" y="320040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95097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5097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249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50976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everything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Bulk reporting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0" y="5852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support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stack,
</a:t>
            </a:r>
            <a:r>
              <a:rPr lang="en-US" sz="56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local-first</a:t>
            </a:r>
            <a:r>
              <a:rPr lang="en-US" sz="56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proven, scalable, secure tools. Available on Android, web, and (soon) iOS.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 for Android, iOS, web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0972800" cy="9144"/>
          </a:xfrm>
          <a:prstGeom prst="rect">
            <a:avLst/>
          </a:prstGeom>
          <a:solidFill>
            <a:srgbClr val="F0EFE8">
              <a:alpha val="8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4206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row-level security, encrypted at rest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972800" cy="9144"/>
          </a:xfrm>
          <a:prstGeom prst="rect">
            <a:avLst/>
          </a:prstGeom>
          <a:solidFill>
            <a:srgbClr val="F0EFE8">
              <a:alpha val="8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4709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CDN, automatic SSL, instant deploys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0972800" cy="9144"/>
          </a:xfrm>
          <a:prstGeom prst="rect">
            <a:avLst/>
          </a:prstGeom>
          <a:solidFill>
            <a:srgbClr val="F0EFE8">
              <a:alpha val="8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0" y="5166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PayFast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5212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PCI-DSS compliant processor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0972800" cy="9144"/>
          </a:xfrm>
          <a:prstGeom prst="rect">
            <a:avLst/>
          </a:prstGeom>
          <a:solidFill>
            <a:srgbClr val="F0EFE8">
              <a:alpha val="8000"/>
            </a:srgbClr>
          </a:solidFill>
          <a:ln w="12700">
            <a:solidFill>
              <a:srgbClr val="F0EF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5715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FE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policy, data portability, deletion rights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road </a:t>
            </a:r>
            <a:r>
              <a:rPr lang="en-US" sz="48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ahead</a:t>
            </a:r>
            <a:r>
              <a:rPr lang="en-US" sz="48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D9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Android app (EAS build)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at intracklog.com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&amp; manual logging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Teams &amp; invitations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/ CSV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PayFast subscriptions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POPIA-compliant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74320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iOS App Store launch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Background GPS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Push notifications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Branded company reports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846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Receipt OCR (auto-fill)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5212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SARS direct submission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74320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850392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Bank/card auto-import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Insurance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Maintenance reminders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Driver scoring &amp; insights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846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Multi-currency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5212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White-label for fleets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7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ROLL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Let's get you
</a:t>
            </a:r>
            <a:r>
              <a:rPr lang="en-US" sz="9000" i="1" dirty="0">
                <a:solidFill>
                  <a:srgbClr val="0A0A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track</a:t>
            </a:r>
            <a:r>
              <a:rPr lang="en-US" sz="9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free plan today. No card needed.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0" y="530352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 w="12700">
            <a:solidFill>
              <a:srgbClr val="0A0A0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11480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53035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E07A3A"/>
          </a:solidFill>
          <a:ln w="25400">
            <a:solidFill>
              <a:srgbClr val="F0EFE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126480" y="5303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intracklog.com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support@intracklog.com  ·  privacy@intracklog.com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0" y="1097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A8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</a:t>
            </a:r>
            <a:r>
              <a:rPr lang="en-US" sz="42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</a:t>
            </a:r>
            <a:r>
              <a:rPr lang="en-US" sz="4200" i="1" dirty="0">
                <a:solidFill>
                  <a:srgbClr val="E0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listening.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F0EFE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intracklog.com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66344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F0EFE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support@intracklog.com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5528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F0EFE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privacy@intracklog.com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986</Words>
  <Application>Microsoft Office PowerPoint</Application>
  <PresentationFormat>Widescreen</PresentationFormat>
  <Paragraphs>223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InTrackLog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InTrackLog · Drive forward. Track smart.</dc:title>
  <dc:subject>PptxGenJS Presentation</dc:subject>
  <dc:creator>InTrackLog (Pty) Ltd</dc:creator>
  <cp:lastModifiedBy>Jojo Masebe</cp:lastModifiedBy>
  <cp:revision>2</cp:revision>
  <dcterms:created xsi:type="dcterms:W3CDTF">2026-05-02T22:19:24Z</dcterms:created>
  <dcterms:modified xsi:type="dcterms:W3CDTF">2026-05-02T22:28:02Z</dcterms:modified>
</cp:coreProperties>
</file>